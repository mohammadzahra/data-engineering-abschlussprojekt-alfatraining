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6" r:id="rId4"/>
  </p:sldMasterIdLst>
  <p:notesMasterIdLst>
    <p:notesMasterId r:id="rId18"/>
  </p:notesMasterIdLst>
  <p:handoutMasterIdLst>
    <p:handoutMasterId r:id="rId19"/>
  </p:handoutMasterIdLst>
  <p:sldIdLst>
    <p:sldId id="1497" r:id="rId5"/>
    <p:sldId id="1498" r:id="rId6"/>
    <p:sldId id="1520" r:id="rId7"/>
    <p:sldId id="1499" r:id="rId8"/>
    <p:sldId id="1522" r:id="rId9"/>
    <p:sldId id="1516" r:id="rId10"/>
    <p:sldId id="1523" r:id="rId11"/>
    <p:sldId id="1525" r:id="rId12"/>
    <p:sldId id="1526" r:id="rId13"/>
    <p:sldId id="1531" r:id="rId14"/>
    <p:sldId id="1503" r:id="rId15"/>
    <p:sldId id="1530" r:id="rId16"/>
    <p:sldId id="151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  <p188:author id="{E2AFCBE2-96AD-378F-B4C9-6D94B252CA9F}" name="Kaila Orsucci (ANDERSEN CONSULTANTS LLC)" initials="KO" userId="S::v-kaiorsucci@microsoft.com::6b53eb50-4ec2-4e76-8ec7-518784d2a6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5DB"/>
    <a:srgbClr val="EEECE7"/>
    <a:srgbClr val="21212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46F22E-3CED-4122-8CCF-5DF90A1DBD3F}" v="117" dt="2026-08-27T23:30:52.756"/>
    <p1510:client id="{AAA6545D-A198-450D-A52D-2D23A91C7DA0}" v="88" dt="2026-08-27T15:28:39.229"/>
    <p1510:client id="{F23DA377-77C9-4F8E-8476-FA55792CF479}" v="57" dt="2026-08-28T08:43:46.299"/>
    <p1510:client id="{F6F43B61-5F91-4C82-8A93-5BF63717EDCC}" v="3" dt="2026-08-27T23:38:53.162"/>
    <p1510:client id="{FCA78F2A-450C-43C7-8353-68B744D14784}" v="246" dt="2026-08-27T16:26:34.2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5109525"/>
            <a:ext cx="10923934" cy="74771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EEECE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5857241"/>
            <a:ext cx="10923934" cy="3657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99C1539-FE55-754C-8140-4DE5A3D0093E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29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8"/>
            <a:ext cx="10923933" cy="1113477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30" y="1748474"/>
            <a:ext cx="10923933" cy="447452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B2205-A044-144F-84D4-6B27EB969208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352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5" y="1129554"/>
            <a:ext cx="4389067" cy="3475236"/>
          </a:xfrm>
        </p:spPr>
        <p:txBody>
          <a:bodyPr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5"/>
            <a:ext cx="4389065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effectLst/>
              </a:defRPr>
            </a:lvl1pPr>
          </a:lstStyle>
          <a:p>
            <a:fld id="{975B86B3-5BD1-E04D-94CB-C9396197D104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58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998"/>
            <a:ext cx="4528174" cy="3726813"/>
          </a:xfrm>
        </p:spPr>
        <p:txBody>
          <a:bodyPr anchor="t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528174" cy="152597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34030" y="6453002"/>
            <a:ext cx="1951777" cy="365125"/>
          </a:xfrm>
        </p:spPr>
        <p:txBody>
          <a:bodyPr/>
          <a:lstStyle/>
          <a:p>
            <a:fld id="{EB2FD61D-E394-764E-8C81-698A049422CE}" type="datetime1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980262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735903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83B58F2-F2D6-81F9-E650-151885974CD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0705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34816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930B334-E396-5C4C-43D3-2A48CE284D4B}"/>
              </a:ext>
            </a:extLst>
          </p:cNvPr>
          <p:cNvSpPr/>
          <p:nvPr/>
        </p:nvSpPr>
        <p:spPr>
          <a:xfrm>
            <a:off x="8729046" y="2877190"/>
            <a:ext cx="3462954" cy="29800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Picture Placeholder 10">
            <a:extLst>
              <a:ext uri="{FF2B5EF4-FFF2-40B4-BE49-F238E27FC236}">
                <a16:creationId xmlns:a16="http://schemas.microsoft.com/office/drawing/2014/main" id="{6E5507DD-C973-C66D-E3C6-62510D0C11B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5861050 h 6858000"/>
              <a:gd name="connsiteX1" fmla="*/ 12192000 w 12192000"/>
              <a:gd name="connsiteY1" fmla="*/ 586105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2876550 h 6858000"/>
              <a:gd name="connsiteX7" fmla="*/ 0 w 12192000"/>
              <a:gd name="connsiteY7" fmla="*/ 28765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5861050"/>
                </a:moveTo>
                <a:lnTo>
                  <a:pt x="12192000" y="5861050"/>
                </a:lnTo>
                <a:lnTo>
                  <a:pt x="12192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2876550"/>
                </a:lnTo>
                <a:lnTo>
                  <a:pt x="0" y="287655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6" y="3627120"/>
            <a:ext cx="6981822" cy="1482404"/>
          </a:xfrm>
        </p:spPr>
        <p:txBody>
          <a:bodyPr lIns="0" tIns="0" rIns="0" bIns="0" anchor="b">
            <a:noAutofit/>
          </a:bodyPr>
          <a:lstStyle>
            <a:lvl1pPr algn="l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5429" y="3242949"/>
            <a:ext cx="2442535" cy="1866575"/>
          </a:xfrm>
        </p:spPr>
        <p:txBody>
          <a:bodyPr lIns="0" tIns="0" rIns="0" bIns="0" anchor="b">
            <a:norm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90626" y="6453002"/>
            <a:ext cx="3494314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1C12C21-8A94-AC4F-B16A-3379E3B15E57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20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634999"/>
            <a:ext cx="7538425" cy="3549440"/>
          </a:xfrm>
        </p:spPr>
        <p:txBody>
          <a:bodyPr anchor="t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8" y="4473553"/>
            <a:ext cx="715204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CB47E-82E0-3845-BBEC-EA5A4D477986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70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854239"/>
            <a:ext cx="8095016" cy="3592629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009" y="4617138"/>
            <a:ext cx="8095015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0E9F3-5B47-F74C-AF17-7545C3075BA9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47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04D65-9F66-8B4B-99E1-04D718E2D598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8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739086" cy="4474526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F9D5A3-011E-2448-8EA7-ED1DA93C950A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3174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6" y="3981766"/>
            <a:ext cx="9424363" cy="2241234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9" name="Picture Placeholder 10">
            <a:extLst>
              <a:ext uri="{FF2B5EF4-FFF2-40B4-BE49-F238E27FC236}">
                <a16:creationId xmlns:a16="http://schemas.microsoft.com/office/drawing/2014/main" id="{B05677CF-A118-7926-8335-C9BDFBBEBC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38505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0626" y="6453002"/>
            <a:ext cx="3494314" cy="365125"/>
          </a:xfrm>
        </p:spPr>
        <p:txBody>
          <a:bodyPr/>
          <a:lstStyle/>
          <a:p>
            <a:fld id="{EBF9D5A3-011E-2448-8EA7-ED1DA93C950A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014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578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090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6" y="3981766"/>
            <a:ext cx="9424363" cy="2241234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7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9" name="Picture Placeholder 10">
            <a:extLst>
              <a:ext uri="{FF2B5EF4-FFF2-40B4-BE49-F238E27FC236}">
                <a16:creationId xmlns:a16="http://schemas.microsoft.com/office/drawing/2014/main" id="{B05677CF-A118-7926-8335-C9BDFBBEBC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38505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0626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F9D5A3-011E-2448-8EA7-ED1DA93C950A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0141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5782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210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accent4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2000">
                <a:solidFill>
                  <a:schemeClr val="accent4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</a:defRPr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837980FC-551F-7648-B663-D4725C73371A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016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rgbClr val="EEECE7"/>
                </a:solidFill>
              </a:defRPr>
            </a:lvl4pPr>
            <a:lvl5pPr marL="914400" indent="0">
              <a:buFont typeface="+mj-lt"/>
              <a:buNone/>
              <a:defRPr sz="1200">
                <a:solidFill>
                  <a:srgbClr val="EEECE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607721C-58DF-ED4A-AFB2-38ECD840304F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78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8" y="634999"/>
            <a:ext cx="4156760" cy="1493619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90628" y="2495334"/>
            <a:ext cx="4156760" cy="2979952"/>
          </a:xfrm>
        </p:spPr>
        <p:txBody>
          <a:bodyPr anchor="ctr">
            <a:normAutofit/>
          </a:bodyPr>
          <a:lstStyle>
            <a:lvl1pPr marL="457200" indent="-457200">
              <a:buFont typeface="+mj-lt"/>
              <a:buAutoNum type="arabicPeriod"/>
              <a:defRPr sz="2000" b="0">
                <a:solidFill>
                  <a:schemeClr val="bg2"/>
                </a:solidFill>
              </a:defRPr>
            </a:lvl1pPr>
            <a:lvl2pPr marL="228600" indent="0">
              <a:buFont typeface="+mj-lt"/>
              <a:buNone/>
              <a:defRPr sz="1800">
                <a:solidFill>
                  <a:schemeClr val="bg2"/>
                </a:solidFill>
              </a:defRPr>
            </a:lvl2pPr>
            <a:lvl3pPr marL="457200" indent="0">
              <a:buFont typeface="+mj-lt"/>
              <a:buNone/>
              <a:defRPr sz="1600">
                <a:solidFill>
                  <a:schemeClr val="bg2"/>
                </a:solidFill>
              </a:defRPr>
            </a:lvl3pPr>
            <a:lvl4pPr marL="685800" indent="0">
              <a:buFont typeface="+mj-lt"/>
              <a:buNone/>
              <a:defRPr sz="1400">
                <a:solidFill>
                  <a:srgbClr val="EEECE7"/>
                </a:solidFill>
              </a:defRPr>
            </a:lvl4pPr>
            <a:lvl5pPr marL="914400" indent="0">
              <a:buFont typeface="+mj-lt"/>
              <a:buNone/>
              <a:defRPr sz="1200">
                <a:solidFill>
                  <a:srgbClr val="EEECE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</p:txBody>
      </p:sp>
      <p:sp>
        <p:nvSpPr>
          <p:cNvPr id="30" name="Date Placeholder 4">
            <a:extLst>
              <a:ext uri="{FF2B5EF4-FFF2-40B4-BE49-F238E27FC236}">
                <a16:creationId xmlns:a16="http://schemas.microsoft.com/office/drawing/2014/main" id="{C02E0912-74EC-6BFE-8EE5-E2826FFF5B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0627" y="6453002"/>
            <a:ext cx="2031073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F855CF3-0CDC-6146-833E-B14CBD3A1129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31" name="Footer Placeholder 5">
            <a:extLst>
              <a:ext uri="{FF2B5EF4-FFF2-40B4-BE49-F238E27FC236}">
                <a16:creationId xmlns:a16="http://schemas.microsoft.com/office/drawing/2014/main" id="{C319B48F-3D66-C908-6D0C-EA40F5757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2" name="Slide Number Placeholder 6">
            <a:extLst>
              <a:ext uri="{FF2B5EF4-FFF2-40B4-BE49-F238E27FC236}">
                <a16:creationId xmlns:a16="http://schemas.microsoft.com/office/drawing/2014/main" id="{7E01ACE0-4DE0-ECB1-531E-E0796354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2952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30332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9ADEB-1D4E-034B-9A9A-EEA797696EBB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19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CD63-9FC5-9546-95C0-FE78C46AB848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381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537853"/>
            <a:ext cx="4328499" cy="4685147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2" y="1537853"/>
            <a:ext cx="5652468" cy="468514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1FE1-1806-F743-B3DF-DC818C5E0CFA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6532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2173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0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877456"/>
            <a:ext cx="4328498" cy="4940661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877456"/>
            <a:ext cx="6209051" cy="5345544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36AED-CD20-E042-9D89-B5C40BFC938F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684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634999"/>
            <a:ext cx="3385523" cy="5588001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5935" y="634999"/>
            <a:ext cx="7152027" cy="558800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9" y="6453002"/>
            <a:ext cx="3392464" cy="365125"/>
          </a:xfrm>
        </p:spPr>
        <p:txBody>
          <a:bodyPr/>
          <a:lstStyle/>
          <a:p>
            <a:fld id="{963ECC65-EBE4-ED49-BC09-ED8715E14D2F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7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0D05F3-FFA6-9003-2472-7EE883F3F125}"/>
              </a:ext>
            </a:extLst>
          </p:cNvPr>
          <p:cNvSpPr/>
          <p:nvPr/>
        </p:nvSpPr>
        <p:spPr>
          <a:xfrm>
            <a:off x="-1" y="0"/>
            <a:ext cx="4969469" cy="6858000"/>
          </a:xfrm>
          <a:prstGeom prst="rect">
            <a:avLst/>
          </a:prstGeom>
          <a:solidFill>
            <a:schemeClr val="accent4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5"/>
            <a:ext cx="3771899" cy="3360096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55853" y="1001715"/>
            <a:ext cx="6202112" cy="522128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/>
                </a:solidFill>
              </a:defRPr>
            </a:lvl1pPr>
            <a:lvl2pPr marL="228600" indent="0">
              <a:buNone/>
              <a:defRPr>
                <a:solidFill>
                  <a:srgbClr val="212121"/>
                </a:solidFill>
              </a:defRPr>
            </a:lvl2pPr>
            <a:lvl3pPr marL="457200" indent="0">
              <a:buNone/>
              <a:defRPr>
                <a:solidFill>
                  <a:srgbClr val="212121"/>
                </a:solidFill>
              </a:defRPr>
            </a:lvl3pPr>
            <a:lvl4pPr marL="685800" indent="0">
              <a:buNone/>
              <a:defRPr>
                <a:solidFill>
                  <a:srgbClr val="212121"/>
                </a:solidFill>
              </a:defRPr>
            </a:lvl4pPr>
            <a:lvl5pPr marL="914400" indent="0">
              <a:buNone/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0" y="6453002"/>
            <a:ext cx="3494314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63ECC65-EBE4-ED49-BC09-ED8715E14D2F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8213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C7832F5-5743-B852-CFBD-A453688C9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7" y="634998"/>
            <a:ext cx="9810752" cy="1113477"/>
          </a:xfrm>
        </p:spPr>
        <p:txBody>
          <a:bodyPr anchor="ctr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520727E-663D-7628-6197-3DD428E02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627" y="2129474"/>
            <a:ext cx="9810752" cy="409352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E108DBA-B2DF-B1F4-86B4-10B43D8013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89917" y="6453002"/>
            <a:ext cx="3772610" cy="365125"/>
          </a:xfrm>
        </p:spPr>
        <p:txBody>
          <a:bodyPr/>
          <a:lstStyle/>
          <a:p>
            <a:fld id="{33FB2205-A044-144F-84D4-6B27EB969208}" type="datetime1">
              <a:rPr lang="en-US" smtClean="0"/>
              <a:t>8/28/2026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2434A56-2457-3A7F-DA99-C2DF07C2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653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9527412-BB07-9FB8-4801-2558FA876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217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170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11D39F5-1C3E-0C82-7C38-50FAC164C4D7}"/>
              </a:ext>
            </a:extLst>
          </p:cNvPr>
          <p:cNvSpPr/>
          <p:nvPr/>
        </p:nvSpPr>
        <p:spPr>
          <a:xfrm rot="5400000">
            <a:off x="7975599" y="2641600"/>
            <a:ext cx="6858000" cy="1574800"/>
          </a:xfrm>
          <a:prstGeom prst="rect">
            <a:avLst/>
          </a:prstGeom>
          <a:solidFill>
            <a:schemeClr val="bg2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8" y="634998"/>
            <a:ext cx="7538418" cy="149447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0627" y="2694626"/>
            <a:ext cx="7538418" cy="352837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0627" y="6421438"/>
            <a:ext cx="3494314" cy="365125"/>
          </a:xfrm>
        </p:spPr>
        <p:txBody>
          <a:bodyPr/>
          <a:lstStyle/>
          <a:p>
            <a:fld id="{98B6B797-8C96-7B40-858A-31DC30E46B99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4197" y="642143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99838" y="642143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765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12" y="634999"/>
            <a:ext cx="6208788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1915159"/>
            <a:ext cx="6209051" cy="430784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48911" y="6453002"/>
            <a:ext cx="3337584" cy="365125"/>
          </a:xfrm>
        </p:spPr>
        <p:txBody>
          <a:bodyPr/>
          <a:lstStyle/>
          <a:p>
            <a:fld id="{BFA5863C-A0B8-5146-806B-13D8F1D9F15D}" type="datetime1">
              <a:rPr lang="en-US" smtClean="0"/>
              <a:t>8/28/2026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380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2" y="660216"/>
            <a:ext cx="6209067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1940376"/>
            <a:ext cx="6209067" cy="4282624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16B9C00-63B5-9D48-BD54-5CD50E6D1896}" type="datetime1">
              <a:rPr lang="en-US" smtClean="0"/>
              <a:t>8/28/2026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65812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41376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8B3FD125-D624-AEDF-7CA5-B4D5FEC26E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98115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536539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395" y="634999"/>
            <a:ext cx="6900567" cy="88347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57395" y="1748474"/>
            <a:ext cx="6900567" cy="447452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657395" y="6453002"/>
            <a:ext cx="3494314" cy="365125"/>
          </a:xfrm>
        </p:spPr>
        <p:txBody>
          <a:bodyPr/>
          <a:lstStyle/>
          <a:p>
            <a:fld id="{704ADAB5-C8B9-EA4F-9B54-B9C671E97959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224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6595446" cy="111347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1748474"/>
            <a:ext cx="6595450" cy="447452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5D2C4BB-DA67-B545-8C46-DE9F222B5CD8}" type="datetime1">
              <a:rPr lang="en-US" smtClean="0"/>
              <a:t>8/28/2026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4462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0026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EFBCD2C-CE3F-48B5-7374-15896E8E2FE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6864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655191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5544" y="634999"/>
            <a:ext cx="4312418" cy="1494476"/>
          </a:xfrm>
        </p:spPr>
        <p:txBody>
          <a:bodyPr anchor="b"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45480" y="2129475"/>
            <a:ext cx="4313171" cy="409352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/>
                </a:solidFill>
              </a:defRPr>
            </a:lvl1pPr>
            <a:lvl2pPr marL="228600" indent="0">
              <a:buNone/>
              <a:defRPr sz="1600">
                <a:solidFill>
                  <a:schemeClr val="accent4"/>
                </a:solidFill>
              </a:defRPr>
            </a:lvl2pPr>
            <a:lvl3pPr marL="457200" indent="0">
              <a:buNone/>
              <a:defRPr sz="1600">
                <a:solidFill>
                  <a:schemeClr val="accent4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effectLst/>
              </a:defRPr>
            </a:lvl1pPr>
          </a:lstStyle>
          <a:p>
            <a:fld id="{D57B857B-6F63-1F48-955E-B52C073CE06D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626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3002"/>
            <a:ext cx="2031073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F855CF3-0CDC-6146-833E-B14CBD3A1129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8790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44431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89FF669-6F70-0BBE-AEF9-386870F538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80491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6750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4034" y="634999"/>
            <a:ext cx="4343792" cy="1113473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2129472"/>
            <a:ext cx="4333866" cy="409352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Date Placeholder 4">
            <a:extLst>
              <a:ext uri="{FF2B5EF4-FFF2-40B4-BE49-F238E27FC236}">
                <a16:creationId xmlns:a16="http://schemas.microsoft.com/office/drawing/2014/main" id="{5BA59051-2E37-B44E-3BE4-036CFCEC01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14034" y="6455100"/>
            <a:ext cx="1622776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effectLst/>
              </a:defRPr>
            </a:lvl1pPr>
          </a:lstStyle>
          <a:p>
            <a:fld id="{D57B857B-6F63-1F48-955E-B52C073CE06D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30" name="Footer Placeholder 5">
            <a:extLst>
              <a:ext uri="{FF2B5EF4-FFF2-40B4-BE49-F238E27FC236}">
                <a16:creationId xmlns:a16="http://schemas.microsoft.com/office/drawing/2014/main" id="{4869ACB0-9C5A-6BE0-8C80-D9E0A37A0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73114" y="6453002"/>
            <a:ext cx="2805405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1" name="Slide Number Placeholder 6">
            <a:extLst>
              <a:ext uri="{FF2B5EF4-FFF2-40B4-BE49-F238E27FC236}">
                <a16:creationId xmlns:a16="http://schemas.microsoft.com/office/drawing/2014/main" id="{C03A7A90-B1A7-F3FA-F3F7-2FFCEF01B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8755" y="6453002"/>
            <a:ext cx="429207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258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8"/>
            <a:ext cx="4714755" cy="1113477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5" y="2129475"/>
            <a:ext cx="4714755" cy="409352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/>
                </a:solidFill>
              </a:defRPr>
            </a:lvl1pPr>
            <a:lvl2pPr marL="228600" indent="0">
              <a:buNone/>
              <a:defRPr sz="1600">
                <a:solidFill>
                  <a:schemeClr val="accent4"/>
                </a:solidFill>
              </a:defRPr>
            </a:lvl2pPr>
            <a:lvl3pPr marL="457200" indent="0">
              <a:buNone/>
              <a:defRPr sz="1600">
                <a:solidFill>
                  <a:schemeClr val="accent4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9" y="6453002"/>
            <a:ext cx="2031073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1F24CE17-0024-E947-9A0B-6CE584FBBF88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B63F1E3-73AB-2C61-9938-4FE7FCF565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99760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118259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5" y="634999"/>
            <a:ext cx="3385508" cy="1475462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582" y="2212975"/>
            <a:ext cx="3385508" cy="4010025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72455" y="6453002"/>
            <a:ext cx="922372" cy="365125"/>
          </a:xfrm>
        </p:spPr>
        <p:txBody>
          <a:bodyPr/>
          <a:lstStyle/>
          <a:p>
            <a:fld id="{DDF14E10-FD0B-374B-9C00-8A777EDA3C5C}" type="datetime1">
              <a:rPr lang="en-US" smtClean="0"/>
              <a:t>8/28/2026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591763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28756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4282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380186" cy="1475462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212975"/>
            <a:ext cx="3380186" cy="401002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/>
                </a:solidFill>
              </a:defRPr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0" y="6453002"/>
            <a:ext cx="1067625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A1924E00-0C44-1C49-925D-DDDBF73CC386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9368" y="6453002"/>
            <a:ext cx="2805405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5009" y="6453002"/>
            <a:ext cx="429207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F8AAA09-9D34-924D-6A0F-78D96678660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07856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439026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1078992"/>
            <a:ext cx="3385508" cy="1942773"/>
          </a:xfrm>
        </p:spPr>
        <p:txBody>
          <a:bodyPr anchor="b"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3099816"/>
            <a:ext cx="3385508" cy="295351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/>
                </a:solidFill>
              </a:defRPr>
            </a:lvl1pPr>
            <a:lvl2pPr marL="228600" indent="0">
              <a:buNone/>
              <a:defRPr sz="1600">
                <a:solidFill>
                  <a:schemeClr val="accent4"/>
                </a:solidFill>
              </a:defRPr>
            </a:lvl2pPr>
            <a:lvl3pPr marL="457200" indent="0">
              <a:buNone/>
              <a:defRPr sz="1600">
                <a:solidFill>
                  <a:schemeClr val="accent4"/>
                </a:solidFill>
              </a:defRPr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2454" y="6453002"/>
            <a:ext cx="1003659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effectLst/>
              </a:defRPr>
            </a:lvl1pPr>
          </a:lstStyle>
          <a:p>
            <a:fld id="{83D5EE98-F02F-2744-8D3C-AF0227FFB7C1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93590" y="6453002"/>
            <a:ext cx="2335165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8755" y="6453002"/>
            <a:ext cx="429207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787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032" y="4958527"/>
            <a:ext cx="3739896" cy="1264473"/>
          </a:xfrm>
        </p:spPr>
        <p:txBody>
          <a:bodyPr anchor="t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958527"/>
            <a:ext cx="6208722" cy="126447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B263-2653-0541-BF47-C4DC4E1A75E5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652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4162318"/>
            <a:ext cx="2828932" cy="2060682"/>
          </a:xfrm>
        </p:spPr>
        <p:txBody>
          <a:bodyPr anchor="t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47" y="4162318"/>
            <a:ext cx="7538416" cy="206068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7C65-C299-8D48-9E06-344E064C3039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507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2828931" cy="2242190"/>
          </a:xfrm>
        </p:spPr>
        <p:txBody>
          <a:bodyPr anchor="t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9" y="59778"/>
            <a:ext cx="3494314" cy="365125"/>
          </a:xfrm>
        </p:spPr>
        <p:txBody>
          <a:bodyPr/>
          <a:lstStyle/>
          <a:p>
            <a:fld id="{2F0AB329-227C-D24B-9518-10762846747E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73116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8757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634999"/>
            <a:ext cx="7538412" cy="224219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3789E4D2-0090-6657-3957-76E3A7DF5D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802644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634999"/>
            <a:ext cx="10923933" cy="938968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6912" y="1828801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1828801"/>
            <a:ext cx="4333865" cy="43942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7FFD0-5877-974E-8763-5E65A5A0C616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876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634999"/>
            <a:ext cx="4714883" cy="1367536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8" y="2181352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498" y="634999"/>
            <a:ext cx="5652464" cy="5588001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accent4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accent4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600">
                <a:solidFill>
                  <a:schemeClr val="accent4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7BF1F40F-A1B9-304C-BB24-0A8B44048542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018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634999"/>
            <a:ext cx="3768109" cy="1369114"/>
          </a:xfrm>
        </p:spPr>
        <p:txBody>
          <a:bodyPr anchor="t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8" y="2181352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2" y="634999"/>
            <a:ext cx="6595440" cy="558800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E6FB-EB11-4F48-B051-ECD85CC4C2D1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85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230" y="1001714"/>
            <a:ext cx="4158148" cy="1875475"/>
          </a:xfrm>
        </p:spPr>
        <p:txBody>
          <a:bodyPr anchor="b"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 l="-1" r="-845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3242950"/>
            <a:ext cx="4158283" cy="223233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309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effectLst/>
              </a:defRPr>
            </a:lvl1pPr>
          </a:lstStyle>
          <a:p>
            <a:fld id="{D57B857B-6F63-1F48-955E-B52C073CE06D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6530" y="6453002"/>
            <a:ext cx="2805405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2171" y="6453002"/>
            <a:ext cx="429207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931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7" y="1001715"/>
            <a:ext cx="4156761" cy="1874520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90628" y="3242950"/>
            <a:ext cx="4156760" cy="2232336"/>
          </a:xfrm>
        </p:spPr>
        <p:txBody>
          <a:bodyPr lIns="0" anchor="t">
            <a:normAutofit/>
          </a:bodyPr>
          <a:lstStyle>
            <a:lvl1pPr marL="0" indent="0">
              <a:buFont typeface="+mj-lt"/>
              <a:buNone/>
              <a:defRPr sz="1600">
                <a:solidFill>
                  <a:schemeClr val="bg2"/>
                </a:solidFill>
              </a:defRPr>
            </a:lvl1pPr>
            <a:lvl2pPr marL="228600" indent="0">
              <a:buFont typeface="+mj-lt"/>
              <a:buNone/>
              <a:defRPr sz="1800">
                <a:solidFill>
                  <a:srgbClr val="EEECE7"/>
                </a:solidFill>
              </a:defRPr>
            </a:lvl2pPr>
            <a:lvl3pPr marL="457200" indent="0">
              <a:buFont typeface="+mj-lt"/>
              <a:buNone/>
              <a:defRPr sz="1600">
                <a:solidFill>
                  <a:srgbClr val="EEECE7"/>
                </a:solidFill>
              </a:defRPr>
            </a:lvl3pPr>
            <a:lvl4pPr marL="685800" indent="0">
              <a:buFont typeface="+mj-lt"/>
              <a:buNone/>
              <a:defRPr sz="1400">
                <a:solidFill>
                  <a:srgbClr val="EEECE7"/>
                </a:solidFill>
              </a:defRPr>
            </a:lvl4pPr>
            <a:lvl5pPr marL="914400" indent="0">
              <a:buFont typeface="+mj-lt"/>
              <a:buNone/>
              <a:defRPr sz="1200">
                <a:solidFill>
                  <a:srgbClr val="EEECE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Date Placeholder 4">
            <a:extLst>
              <a:ext uri="{FF2B5EF4-FFF2-40B4-BE49-F238E27FC236}">
                <a16:creationId xmlns:a16="http://schemas.microsoft.com/office/drawing/2014/main" id="{C02E0912-74EC-6BFE-8EE5-E2826FFF5B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0627" y="6453002"/>
            <a:ext cx="2031073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F855CF3-0CDC-6146-833E-B14CBD3A1129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31" name="Footer Placeholder 5">
            <a:extLst>
              <a:ext uri="{FF2B5EF4-FFF2-40B4-BE49-F238E27FC236}">
                <a16:creationId xmlns:a16="http://schemas.microsoft.com/office/drawing/2014/main" id="{C319B48F-3D66-C908-6D0C-EA40F5757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2" name="Slide Number Placeholder 6">
            <a:extLst>
              <a:ext uri="{FF2B5EF4-FFF2-40B4-BE49-F238E27FC236}">
                <a16:creationId xmlns:a16="http://schemas.microsoft.com/office/drawing/2014/main" id="{7E01ACE0-4DE0-ECB1-531E-E0796354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2952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93509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19" y="4718304"/>
            <a:ext cx="6209075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i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634999"/>
            <a:ext cx="10923934" cy="430276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7000" b="1" i="0">
                <a:solidFill>
                  <a:schemeClr val="accent4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0EE7096D-ECC9-704C-B459-3FE0DBD114B3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50201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2" y="4809744"/>
            <a:ext cx="7924802" cy="1408177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i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4400" y="640079"/>
            <a:ext cx="10381129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 i="0">
                <a:solidFill>
                  <a:schemeClr val="accent4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ADD35398-EB28-174B-A40C-D96FB403AA79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1617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80" y="4809744"/>
            <a:ext cx="7152034" cy="1408177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i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640079"/>
            <a:ext cx="10923933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 i="0">
                <a:solidFill>
                  <a:schemeClr val="accent4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07370EA1-5BA4-AC47-BAC7-9DC01D8C75BF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95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7A3088-1CC6-BE54-7A62-79A3F16EC6E9}"/>
              </a:ext>
            </a:extLst>
          </p:cNvPr>
          <p:cNvSpPr/>
          <p:nvPr/>
        </p:nvSpPr>
        <p:spPr>
          <a:xfrm>
            <a:off x="0" y="4728526"/>
            <a:ext cx="12192000" cy="21294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6" y="5099669"/>
            <a:ext cx="8481387" cy="756615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b="0" i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90626" y="1381760"/>
            <a:ext cx="8481387" cy="2980050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7000" b="1" i="0">
                <a:solidFill>
                  <a:schemeClr val="accent4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0626" y="6453002"/>
            <a:ext cx="3494314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EE7096D-ECC9-704C-B459-3FE0DBD114B3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8716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2806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662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634999"/>
            <a:ext cx="8095017" cy="5588002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buNone/>
              <a:defRPr sz="5000" b="0"/>
            </a:lvl1pPr>
            <a:lvl2pPr marL="228600" indent="0">
              <a:lnSpc>
                <a:spcPct val="80000"/>
              </a:lnSpc>
              <a:buNone/>
              <a:defRPr sz="4800" b="0"/>
            </a:lvl2pPr>
            <a:lvl3pPr marL="457200" indent="0">
              <a:lnSpc>
                <a:spcPct val="80000"/>
              </a:lnSpc>
              <a:buNone/>
              <a:defRPr sz="4400" b="0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add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AABF-89DB-3F47-B027-BF3E61AFFB8D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0475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929384"/>
            <a:ext cx="8095017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000" b="0"/>
            </a:lvl1pPr>
            <a:lvl2pPr marL="228600" indent="0">
              <a:lnSpc>
                <a:spcPct val="80000"/>
              </a:lnSpc>
              <a:buNone/>
              <a:defRPr sz="4400" b="0"/>
            </a:lvl2pPr>
            <a:lvl3pPr marL="457200" indent="0">
              <a:lnSpc>
                <a:spcPct val="80000"/>
              </a:lnSpc>
              <a:buNone/>
              <a:defRPr sz="4000" b="0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add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3CBE-3A6D-5549-8694-6C42B456079C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927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634998"/>
            <a:ext cx="8095017" cy="5588002"/>
          </a:xfrm>
        </p:spPr>
        <p:txBody>
          <a:bodyPr anchor="t">
            <a:noAutofit/>
          </a:bodyPr>
          <a:lstStyle>
            <a:lvl1pPr marL="0" indent="0">
              <a:lnSpc>
                <a:spcPct val="80000"/>
              </a:lnSpc>
              <a:buNone/>
              <a:defRPr sz="5000" b="0"/>
            </a:lvl1pPr>
            <a:lvl2pPr marL="228600" indent="0">
              <a:lnSpc>
                <a:spcPct val="80000"/>
              </a:lnSpc>
              <a:buNone/>
              <a:defRPr sz="4400" b="0"/>
            </a:lvl2pPr>
            <a:lvl3pPr marL="457200" indent="0">
              <a:lnSpc>
                <a:spcPct val="80000"/>
              </a:lnSpc>
              <a:buNone/>
              <a:defRPr sz="4000" b="0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add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BDC33-792D-BF4E-9DE7-199C5B30538C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1151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232E05-ABB8-BE6D-4573-761B2737EAE0}"/>
              </a:ext>
            </a:extLst>
          </p:cNvPr>
          <p:cNvSpPr/>
          <p:nvPr/>
        </p:nvSpPr>
        <p:spPr>
          <a:xfrm rot="-10800000">
            <a:off x="0" y="5473700"/>
            <a:ext cx="12192000" cy="1384299"/>
          </a:xfrm>
          <a:prstGeom prst="rect">
            <a:avLst/>
          </a:prstGeom>
          <a:solidFill>
            <a:schemeClr val="accent4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4662" y="1001715"/>
            <a:ext cx="8542687" cy="410781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000" b="0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add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24662" y="6453002"/>
            <a:ext cx="3494314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6DD3CBE-3A6D-5549-8694-6C42B456079C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82490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38131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073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4661" y="5431536"/>
            <a:ext cx="8790327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77004" y="1188720"/>
            <a:ext cx="9037985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1">
                <a:solidFill>
                  <a:schemeClr val="accent4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32871E99-B1AF-2544-8ABC-7E96B52AD80C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9841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7004" y="5349240"/>
            <a:ext cx="9037985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77004" y="1344168"/>
            <a:ext cx="9037985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1" i="0">
                <a:solidFill>
                  <a:schemeClr val="accent4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709CB95A-28A9-764B-82F3-523AFC520B08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84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0" y="5669280"/>
            <a:ext cx="88819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97280"/>
            <a:ext cx="9037986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1" i="0">
                <a:solidFill>
                  <a:schemeClr val="accent4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64FF7E46-5096-014D-BC27-4A461B337064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635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27" y="5109526"/>
            <a:ext cx="9810752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4400" y="2496190"/>
            <a:ext cx="10086979" cy="1865621"/>
          </a:xfrm>
        </p:spPr>
        <p:txBody>
          <a:bodyPr anchor="b">
            <a:normAutofit/>
          </a:bodyPr>
          <a:lstStyle>
            <a:lvl1pPr marL="438912" indent="-438912">
              <a:lnSpc>
                <a:spcPct val="85000"/>
              </a:lnSpc>
              <a:spcBef>
                <a:spcPts val="0"/>
              </a:spcBef>
              <a:buNone/>
              <a:defRPr sz="6000" b="1">
                <a:solidFill>
                  <a:schemeClr val="accent4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B2A5AD-D5FE-CAFA-CA21-CF7AA15D171E}"/>
              </a:ext>
            </a:extLst>
          </p:cNvPr>
          <p:cNvSpPr/>
          <p:nvPr/>
        </p:nvSpPr>
        <p:spPr>
          <a:xfrm rot="-10800000">
            <a:off x="0" y="1"/>
            <a:ext cx="12192000" cy="1384299"/>
          </a:xfrm>
          <a:prstGeom prst="rect">
            <a:avLst/>
          </a:prstGeom>
          <a:solidFill>
            <a:schemeClr val="tx2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453002"/>
            <a:ext cx="3494314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32871E99-B1AF-2544-8ABC-7E96B52AD80C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6531" y="6453002"/>
            <a:ext cx="2805405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2172" y="6453002"/>
            <a:ext cx="429207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203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8"/>
            <a:ext cx="10923932" cy="11134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1748476"/>
            <a:ext cx="5266091" cy="4474524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Avenir Next LT Pro Light" panose="020B0304020202020204" pitchFamily="34" charset="77"/>
              </a:defRPr>
            </a:lvl1pPr>
            <a:lvl2pPr marL="228600" indent="0">
              <a:buNone/>
              <a:defRPr sz="1600" b="0" i="0">
                <a:latin typeface="Avenir Next LT Pro Light" panose="020B0304020202020204" pitchFamily="34" charset="77"/>
              </a:defRPr>
            </a:lvl2pPr>
            <a:lvl3pPr marL="457200" indent="0">
              <a:buNone/>
              <a:defRPr sz="1600" b="0" i="0">
                <a:latin typeface="Avenir Next LT Pro Light" panose="020B0304020202020204" pitchFamily="34" charset="77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499" y="1748476"/>
            <a:ext cx="5271461" cy="4474524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Avenir Next LT Pro Light" panose="020B0304020202020204" pitchFamily="34" charset="77"/>
              </a:defRPr>
            </a:lvl1pPr>
            <a:lvl2pPr marL="228600" indent="0">
              <a:buNone/>
              <a:defRPr sz="1600" b="0" i="0">
                <a:latin typeface="Avenir Next LT Pro Light" panose="020B0304020202020204" pitchFamily="34" charset="77"/>
              </a:defRPr>
            </a:lvl2pPr>
            <a:lvl3pPr marL="457200" indent="0">
              <a:buNone/>
              <a:defRPr sz="1600" b="0" i="0">
                <a:latin typeface="Avenir Next LT Pro Light" panose="020B0304020202020204" pitchFamily="34" charset="77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6B797-8C96-7B40-858A-31DC30E46B99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6304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11D39F5-1C3E-0C82-7C38-50FAC164C4D7}"/>
              </a:ext>
            </a:extLst>
          </p:cNvPr>
          <p:cNvSpPr/>
          <p:nvPr/>
        </p:nvSpPr>
        <p:spPr>
          <a:xfrm rot="5400000">
            <a:off x="-2641600" y="2641600"/>
            <a:ext cx="6858000" cy="1574800"/>
          </a:xfrm>
          <a:prstGeom prst="rect">
            <a:avLst/>
          </a:prstGeom>
          <a:solidFill>
            <a:schemeClr val="tx2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79" y="634998"/>
            <a:ext cx="8481399" cy="149447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14604" y="2726190"/>
            <a:ext cx="3771900" cy="274909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24097" y="2726190"/>
            <a:ext cx="3777282" cy="274909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5965" y="6453002"/>
            <a:ext cx="3494314" cy="365125"/>
          </a:xfrm>
        </p:spPr>
        <p:txBody>
          <a:bodyPr/>
          <a:lstStyle/>
          <a:p>
            <a:fld id="{98B6B797-8C96-7B40-858A-31DC30E46B99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6530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2171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49159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95" y="634999"/>
            <a:ext cx="10897465" cy="1113475"/>
          </a:xfrm>
        </p:spPr>
        <p:txBody>
          <a:bodyPr/>
          <a:lstStyle>
            <a:lvl1pPr>
              <a:defRPr b="1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8" y="1685735"/>
            <a:ext cx="5266085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i="0" cap="none" baseline="0">
                <a:latin typeface="Avenir Next LT Pro Demi" panose="020B0504020202020204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387600"/>
            <a:ext cx="5266085" cy="3835400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Avenir Next LT Pro" panose="020B0504020202020204" pitchFamily="34" charset="77"/>
              </a:defRPr>
            </a:lvl1pPr>
            <a:lvl2pPr marL="228600" indent="0">
              <a:buNone/>
              <a:defRPr sz="1600" b="0" i="0">
                <a:latin typeface="Avenir Next LT Pro" panose="020B0504020202020204" pitchFamily="34" charset="77"/>
              </a:defRPr>
            </a:lvl2pPr>
            <a:lvl3pPr marL="457200" indent="0">
              <a:buNone/>
              <a:defRPr sz="1600" b="0" i="0">
                <a:latin typeface="Avenir Next LT Pro" panose="020B0504020202020204" pitchFamily="34" charset="77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498" y="1685735"/>
            <a:ext cx="5271463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i="0" cap="none" baseline="0">
                <a:latin typeface="Avenir Next LT Pro Demi" panose="020B0504020202020204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387600"/>
            <a:ext cx="5271462" cy="3835400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Avenir Next LT Pro" panose="020B0504020202020204" pitchFamily="34" charset="77"/>
              </a:defRPr>
            </a:lvl1pPr>
            <a:lvl2pPr marL="228600" indent="0">
              <a:buNone/>
              <a:defRPr sz="1600" b="0" i="0">
                <a:latin typeface="Avenir Next LT Pro" panose="020B0504020202020204" pitchFamily="34" charset="77"/>
              </a:defRPr>
            </a:lvl2pPr>
            <a:lvl3pPr marL="457200" indent="0">
              <a:buNone/>
              <a:defRPr sz="1600" b="0" i="0">
                <a:latin typeface="Avenir Next LT Pro" panose="020B0504020202020204" pitchFamily="34" charset="77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6317-D46A-0048-A871-AEF9DE49A7CF}" type="datetime1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8868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1185-F2DE-8040-8984-4BB660A07A30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61835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ADBD-4F70-7340-AA85-2018E3C9401A}" type="datetime1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37563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634999"/>
            <a:ext cx="3771908" cy="1488134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8" y="2495234"/>
            <a:ext cx="3771908" cy="3727766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2527" y="634999"/>
            <a:ext cx="6595435" cy="558800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D1322-2C70-6641-9F75-CA20FA3485FD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49037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634998"/>
            <a:ext cx="3771908" cy="2242191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3968" y="2877189"/>
            <a:ext cx="3761368" cy="3345811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172F-8B87-C246-AF2A-44BADFF81A4F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024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7322954" cy="2607951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1479" y="3615051"/>
            <a:ext cx="10861669" cy="260794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E46D60-4824-2B46-A429-6FFFC876163D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368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627318"/>
            <a:ext cx="8481400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7" y="3622674"/>
            <a:ext cx="8481271" cy="1279615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accent4"/>
                </a:solidFill>
              </a:defRPr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749DCBF9-491D-F34D-B5AD-D621777F4E56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80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FC7910A-FDD4-CFB6-5D08-8738CFD7F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80" y="1001715"/>
            <a:ext cx="8481399" cy="1875475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19980" y="3594099"/>
            <a:ext cx="8481400" cy="27432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9979" y="6453002"/>
            <a:ext cx="3494314" cy="365125"/>
          </a:xfrm>
        </p:spPr>
        <p:txBody>
          <a:bodyPr/>
          <a:lstStyle/>
          <a:p>
            <a:fld id="{7DE46D60-4824-2B46-A429-6FFFC876163D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653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217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C3DD8A-D366-C703-9E6F-DD3DBC4C8F89}"/>
              </a:ext>
            </a:extLst>
          </p:cNvPr>
          <p:cNvSpPr/>
          <p:nvPr/>
        </p:nvSpPr>
        <p:spPr>
          <a:xfrm rot="5400000">
            <a:off x="-2641600" y="2641600"/>
            <a:ext cx="6858000" cy="1574800"/>
          </a:xfrm>
          <a:prstGeom prst="rect">
            <a:avLst/>
          </a:prstGeom>
          <a:solidFill>
            <a:schemeClr val="bg2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97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4029" y="6453002"/>
            <a:ext cx="3494314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accent4"/>
                </a:solidFill>
                <a:latin typeface="+mn-lt"/>
              </a:defRPr>
            </a:lvl1pPr>
          </a:lstStyle>
          <a:p>
            <a:fld id="{751CB43A-CDDD-6A4B-A6FC-B11CEFA147CB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73114" y="6453002"/>
            <a:ext cx="280540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8755" y="6453002"/>
            <a:ext cx="42920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accent4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9" y="1748474"/>
            <a:ext cx="10923933" cy="447452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8"/>
            <a:ext cx="10923934" cy="111347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612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  <p:sldLayoutId id="2147484049" r:id="rId12"/>
    <p:sldLayoutId id="2147484050" r:id="rId13"/>
    <p:sldLayoutId id="2147484051" r:id="rId14"/>
    <p:sldLayoutId id="2147484052" r:id="rId15"/>
    <p:sldLayoutId id="2147484053" r:id="rId16"/>
    <p:sldLayoutId id="2147484054" r:id="rId17"/>
    <p:sldLayoutId id="2147484055" r:id="rId18"/>
    <p:sldLayoutId id="2147484056" r:id="rId19"/>
    <p:sldLayoutId id="2147484057" r:id="rId20"/>
    <p:sldLayoutId id="2147484039" r:id="rId21"/>
    <p:sldLayoutId id="2147484091" r:id="rId22"/>
    <p:sldLayoutId id="2147484058" r:id="rId23"/>
    <p:sldLayoutId id="2147484059" r:id="rId24"/>
    <p:sldLayoutId id="2147484060" r:id="rId25"/>
    <p:sldLayoutId id="2147484061" r:id="rId26"/>
    <p:sldLayoutId id="2147484062" r:id="rId27"/>
    <p:sldLayoutId id="2147484063" r:id="rId28"/>
    <p:sldLayoutId id="2147484064" r:id="rId29"/>
    <p:sldLayoutId id="2147484065" r:id="rId30"/>
    <p:sldLayoutId id="2147484066" r:id="rId31"/>
    <p:sldLayoutId id="2147484067" r:id="rId32"/>
    <p:sldLayoutId id="2147484068" r:id="rId33"/>
    <p:sldLayoutId id="2147484069" r:id="rId34"/>
    <p:sldLayoutId id="2147484070" r:id="rId35"/>
    <p:sldLayoutId id="2147484071" r:id="rId36"/>
    <p:sldLayoutId id="2147484072" r:id="rId37"/>
    <p:sldLayoutId id="2147484073" r:id="rId38"/>
    <p:sldLayoutId id="2147484074" r:id="rId39"/>
    <p:sldLayoutId id="2147484075" r:id="rId40"/>
    <p:sldLayoutId id="2147484076" r:id="rId41"/>
    <p:sldLayoutId id="2147484077" r:id="rId42"/>
    <p:sldLayoutId id="2147484078" r:id="rId43"/>
    <p:sldLayoutId id="2147484079" r:id="rId44"/>
    <p:sldLayoutId id="2147484080" r:id="rId45"/>
    <p:sldLayoutId id="2147484081" r:id="rId46"/>
    <p:sldLayoutId id="2147484082" r:id="rId47"/>
    <p:sldLayoutId id="2147484083" r:id="rId48"/>
    <p:sldLayoutId id="2147484084" r:id="rId49"/>
    <p:sldLayoutId id="2147484085" r:id="rId50"/>
    <p:sldLayoutId id="2147484086" r:id="rId51"/>
    <p:sldLayoutId id="2147484087" r:id="rId52"/>
    <p:sldLayoutId id="2147484088" r:id="rId53"/>
    <p:sldLayoutId id="2147484089" r:id="rId54"/>
    <p:sldLayoutId id="2147484090" r:id="rId55"/>
    <p:sldLayoutId id="2147484092" r:id="rId56"/>
    <p:sldLayoutId id="2147484093" r:id="rId57"/>
    <p:sldLayoutId id="2147484094" r:id="rId58"/>
    <p:sldLayoutId id="2147484095" r:id="rId59"/>
    <p:sldLayoutId id="2147484096" r:id="rId60"/>
    <p:sldLayoutId id="2147484097" r:id="rId61"/>
    <p:sldLayoutId id="2147484099" r:id="rId62"/>
    <p:sldLayoutId id="2147484098" r:id="rId6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800" b="1" kern="1200" spc="20" baseline="0">
          <a:solidFill>
            <a:schemeClr val="accent4"/>
          </a:solidFill>
          <a:latin typeface="+mj-lt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04000"/>
        </a:lnSpc>
        <a:spcBef>
          <a:spcPts val="1000"/>
        </a:spcBef>
        <a:buFont typeface="Arial" panose="020B0604020202020204" pitchFamily="34" charset="0"/>
        <a:buChar char="•"/>
        <a:defRPr sz="1800" b="0" i="0" kern="1200" spc="20" baseline="0">
          <a:solidFill>
            <a:schemeClr val="accent4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4000"/>
        </a:lnSpc>
        <a:spcBef>
          <a:spcPts val="500"/>
        </a:spcBef>
        <a:buFont typeface="Arial" panose="020B0604020202020204" pitchFamily="34" charset="0"/>
        <a:buChar char="•"/>
        <a:defRPr sz="1600" b="0" i="0" kern="1200" spc="20" baseline="0">
          <a:solidFill>
            <a:schemeClr val="accent4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4000"/>
        </a:lnSpc>
        <a:spcBef>
          <a:spcPts val="500"/>
        </a:spcBef>
        <a:buFont typeface="Arial" panose="020B0604020202020204" pitchFamily="34" charset="0"/>
        <a:buChar char="•"/>
        <a:defRPr sz="1400" b="0" i="0" kern="1200" spc="20" baseline="0">
          <a:solidFill>
            <a:schemeClr val="accent4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Avenir Next LT Pro Light" panose="020B0304020202020204" pitchFamily="34" charset="77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Next LT Pro Light" panose="020B03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group of people walking on the sidewalk">
            <a:extLst>
              <a:ext uri="{FF2B5EF4-FFF2-40B4-BE49-F238E27FC236}">
                <a16:creationId xmlns:a16="http://schemas.microsoft.com/office/drawing/2014/main" id="{B3D2A9F4-5054-8973-491F-3B916CFA427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6" y="3627120"/>
            <a:ext cx="6981822" cy="1482404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Bank Card Transaction Analysis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5429" y="3623949"/>
            <a:ext cx="2442535" cy="1866575"/>
          </a:xfrm>
        </p:spPr>
        <p:txBody>
          <a:bodyPr>
            <a:normAutofit/>
          </a:bodyPr>
          <a:lstStyle/>
          <a:p>
            <a:r>
              <a:rPr lang="en-US"/>
              <a:t>Presented by </a:t>
            </a:r>
            <a:br>
              <a:rPr lang="en-US"/>
            </a:br>
            <a:r>
              <a:rPr lang="en-US"/>
              <a:t>Mohammad Zahra</a:t>
            </a:r>
          </a:p>
          <a:p>
            <a:r>
              <a:rPr lang="en-US"/>
              <a:t>28.08.2026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D9FB-B08B-6550-BEBF-B4307419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8" y="634999"/>
            <a:ext cx="7263375" cy="1493619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b="0">
                <a:ea typeface="+mj-lt"/>
                <a:cs typeface="+mj-lt"/>
              </a:rPr>
              <a:t>Project Scope &amp; Constraints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C7904-BA22-561E-1DE0-8E716FCEA6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90628" y="2036181"/>
            <a:ext cx="4156760" cy="34391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In Scope</a:t>
            </a:r>
          </a:p>
          <a:p>
            <a:r>
              <a:rPr lang="en-US">
                <a:ea typeface="+mn-lt"/>
                <a:cs typeface="+mn-lt"/>
              </a:rPr>
              <a:t>Customers and bank accounts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Payment cards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Card payment transactions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Merchants and merchant categories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Transaction locations and time periods</a:t>
            </a:r>
            <a:endParaRPr lang="en-US"/>
          </a:p>
          <a:p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4517AA6-FCDD-A86C-28E5-57410EB870A3}"/>
              </a:ext>
            </a:extLst>
          </p:cNvPr>
          <p:cNvSpPr txBox="1">
            <a:spLocks/>
          </p:cNvSpPr>
          <p:nvPr/>
        </p:nvSpPr>
        <p:spPr>
          <a:xfrm>
            <a:off x="6520720" y="1924811"/>
            <a:ext cx="4156760" cy="343910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457200" indent="-457200" algn="l" defTabSz="914400" rtl="0" eaLnBrk="1" latinLnBrk="0" hangingPunct="1">
              <a:lnSpc>
                <a:spcPct val="104000"/>
              </a:lnSpc>
              <a:spcBef>
                <a:spcPts val="1000"/>
              </a:spcBef>
              <a:buFont typeface="+mj-lt"/>
              <a:buAutoNum type="arabicPeriod"/>
              <a:defRPr sz="2000" b="0" i="0" kern="1200" spc="2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4000"/>
              </a:lnSpc>
              <a:spcBef>
                <a:spcPts val="500"/>
              </a:spcBef>
              <a:buFont typeface="+mj-lt"/>
              <a:buNone/>
              <a:defRPr sz="1800" b="0" i="0" kern="1200" spc="2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4000"/>
              </a:lnSpc>
              <a:spcBef>
                <a:spcPts val="500"/>
              </a:spcBef>
              <a:buFont typeface="+mj-lt"/>
              <a:buNone/>
              <a:defRPr sz="1600" b="0" i="0" kern="1200" spc="2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+mj-lt"/>
              <a:buNone/>
              <a:defRPr sz="1400" b="0" i="0" kern="1200">
                <a:solidFill>
                  <a:srgbClr val="EEECE7"/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+mj-lt"/>
              <a:buNone/>
              <a:defRPr sz="1200" b="0" i="0" kern="1200">
                <a:solidFill>
                  <a:srgbClr val="EEECE7"/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Out of Scope</a:t>
            </a:r>
          </a:p>
          <a:p>
            <a:r>
              <a:rPr lang="en-US">
                <a:ea typeface="+mn-lt"/>
                <a:cs typeface="+mn-lt"/>
              </a:rPr>
              <a:t>Loans and mortgages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Bank transfers and investments </a:t>
            </a:r>
          </a:p>
          <a:p>
            <a:r>
              <a:rPr lang="en-US">
                <a:ea typeface="+mn-lt"/>
                <a:cs typeface="+mn-lt"/>
              </a:rPr>
              <a:t>Cash withdrawals </a:t>
            </a:r>
          </a:p>
          <a:p>
            <a:r>
              <a:rPr lang="en-US">
                <a:ea typeface="+mn-lt"/>
                <a:cs typeface="+mn-lt"/>
              </a:rPr>
              <a:t>Fraud detection and credit risk </a:t>
            </a:r>
          </a:p>
          <a:p>
            <a:r>
              <a:rPr lang="en-US">
                <a:ea typeface="+mn-lt"/>
                <a:cs typeface="+mn-lt"/>
              </a:rPr>
              <a:t>Online banking / other banking products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A8A3D9-3CA3-E87F-FEB5-DC602AEE53C3}"/>
              </a:ext>
            </a:extLst>
          </p:cNvPr>
          <p:cNvSpPr txBox="1"/>
          <p:nvPr/>
        </p:nvSpPr>
        <p:spPr>
          <a:xfrm>
            <a:off x="11570839" y="6248236"/>
            <a:ext cx="3109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000" b="1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4517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78BBC-0A57-C545-96AE-BA537E0EA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07EC7-A550-EC2E-A149-DB812D987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8" y="634999"/>
            <a:ext cx="7263375" cy="80977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b="0">
                <a:ea typeface="+mj-lt"/>
                <a:cs typeface="+mj-lt"/>
              </a:rPr>
              <a:t>Key Business Rules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D826A-6013-86FB-EF79-6CAB89313D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90628" y="1938488"/>
            <a:ext cx="9510298" cy="2979952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Each card has one cardholder and is linked to one account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Each transaction uses one card and is made at one merchant 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Each merchant belongs to one merchant category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One customer/account/card can participate in many transactions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Each Merchant represents one individual merchant location; merchant chains or brands are not modeled separately.</a:t>
            </a:r>
          </a:p>
          <a:p>
            <a:pPr>
              <a:buFont typeface="Arial"/>
              <a:buChar char="•"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2B3653-9B51-C3BC-34F8-D96AA6C646C3}"/>
              </a:ext>
            </a:extLst>
          </p:cNvPr>
          <p:cNvSpPr txBox="1"/>
          <p:nvPr/>
        </p:nvSpPr>
        <p:spPr>
          <a:xfrm>
            <a:off x="11570839" y="6248236"/>
            <a:ext cx="3109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000" b="1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61575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6" y="3981766"/>
            <a:ext cx="9424363" cy="2241234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Business Database </a:t>
            </a:r>
            <a:br>
              <a:rPr lang="en-US" dirty="0">
                <a:ea typeface="+mj-lt"/>
                <a:cs typeface="+mj-lt"/>
              </a:rPr>
            </a:br>
            <a:r>
              <a:rPr lang="en-US">
                <a:ea typeface="+mj-lt"/>
                <a:cs typeface="+mj-lt"/>
              </a:rPr>
              <a:t>&amp; Source Data</a:t>
            </a:r>
            <a:endParaRPr lang="en-US"/>
          </a:p>
        </p:txBody>
      </p:sp>
      <p:pic>
        <p:nvPicPr>
          <p:cNvPr id="14" name="Picture Placeholder 13" descr="A group of people crossing a street">
            <a:extLst>
              <a:ext uri="{FF2B5EF4-FFF2-40B4-BE49-F238E27FC236}">
                <a16:creationId xmlns:a16="http://schemas.microsoft.com/office/drawing/2014/main" id="{786FAFD7-EF2D-E331-DB21-90A4369D32C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" b="86"/>
          <a:stretch/>
        </p:blipFill>
        <p:spPr>
          <a:xfrm>
            <a:off x="-1" y="0"/>
            <a:ext cx="12192000" cy="338505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DE3929-CD31-4C7F-9445-47338B5257CD}"/>
              </a:ext>
            </a:extLst>
          </p:cNvPr>
          <p:cNvSpPr txBox="1"/>
          <p:nvPr/>
        </p:nvSpPr>
        <p:spPr>
          <a:xfrm>
            <a:off x="11570839" y="6248236"/>
            <a:ext cx="3109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000" b="1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2C6ABE-1064-3E9D-98FE-27866A407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DE390B-893A-2333-F845-E9B61F9E2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732" y="1379089"/>
            <a:ext cx="6395955" cy="52631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F61869-85BD-2C9E-2DEF-265C881D9A3D}"/>
              </a:ext>
            </a:extLst>
          </p:cNvPr>
          <p:cNvSpPr txBox="1"/>
          <p:nvPr/>
        </p:nvSpPr>
        <p:spPr>
          <a:xfrm>
            <a:off x="11570839" y="6248236"/>
            <a:ext cx="3109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000" b="1">
                <a:solidFill>
                  <a:schemeClr val="bg1"/>
                </a:solidFill>
              </a:rPr>
              <a:t>4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A92140-DEBC-2482-2CED-10B302241C97}"/>
              </a:ext>
            </a:extLst>
          </p:cNvPr>
          <p:cNvSpPr txBox="1">
            <a:spLocks/>
          </p:cNvSpPr>
          <p:nvPr/>
        </p:nvSpPr>
        <p:spPr>
          <a:xfrm>
            <a:off x="1190628" y="634999"/>
            <a:ext cx="7595529" cy="8097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7400" b="1" kern="1200" spc="20" baseline="0">
                <a:solidFill>
                  <a:schemeClr val="accent4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4400">
                <a:ea typeface="+mj-lt"/>
                <a:cs typeface="+mj-lt"/>
              </a:rPr>
              <a:t>Business Database – ER Model</a:t>
            </a:r>
            <a:endParaRPr lang="en-US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33224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380A-D367-F7D5-B33C-BF48998B9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Quote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D8E7803-55C6-2FFC-0CB1-128AFC0CD6AF}"/>
              </a:ext>
            </a:extLst>
          </p:cNvPr>
          <p:cNvSpPr txBox="1">
            <a:spLocks/>
          </p:cNvSpPr>
          <p:nvPr/>
        </p:nvSpPr>
        <p:spPr>
          <a:xfrm>
            <a:off x="1376979" y="634998"/>
            <a:ext cx="8481399" cy="149447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800" b="1" kern="1200" spc="20" baseline="0">
                <a:solidFill>
                  <a:schemeClr val="accent4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>
                <a:ea typeface="+mj-lt"/>
                <a:cs typeface="+mj-lt"/>
              </a:rPr>
              <a:t>Source Data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EE93DB8-67A2-3A55-D40E-ED6CE103B9B7}"/>
              </a:ext>
            </a:extLst>
          </p:cNvPr>
          <p:cNvSpPr txBox="1">
            <a:spLocks/>
          </p:cNvSpPr>
          <p:nvPr/>
        </p:nvSpPr>
        <p:spPr>
          <a:xfrm>
            <a:off x="1381373" y="1710190"/>
            <a:ext cx="10189256" cy="26717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b="0" i="0" kern="1200" spc="20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4400" b="1" i="0" kern="1200" spc="20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4000" b="1" i="0" kern="1200" spc="20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0" kern="1200">
                <a:solidFill>
                  <a:schemeClr val="tx1"/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i="0" kern="1200">
                <a:solidFill>
                  <a:schemeClr val="tx1"/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4000"/>
              </a:lnSpc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AI-generated banking dataset (GPT-5.6 Sol)</a:t>
            </a:r>
          </a:p>
          <a:p>
            <a:pPr marL="285750" indent="-285750">
              <a:lnSpc>
                <a:spcPct val="124000"/>
              </a:lnSpc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119 customers, 179 cards, 40 merchants, 12 merchant categories </a:t>
            </a:r>
          </a:p>
          <a:p>
            <a:pPr marL="285750" indent="-285750">
              <a:lnSpc>
                <a:spcPct val="124000"/>
              </a:lnSpc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Around 2,000 card transactions </a:t>
            </a:r>
          </a:p>
          <a:p>
            <a:pPr marL="285750" indent="-285750">
              <a:lnSpc>
                <a:spcPct val="124000"/>
              </a:lnSpc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Period: 2024–2026</a:t>
            </a:r>
          </a:p>
          <a:p>
            <a:pPr marL="285750" indent="-285750">
              <a:lnSpc>
                <a:spcPct val="124000"/>
              </a:lnSpc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Currencies: EUR, USD, GBP, CHF</a:t>
            </a: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24000"/>
              </a:lnSpc>
            </a:pPr>
            <a:endParaRPr lang="en-US" sz="1800"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908B0-92FE-89BE-302C-07B15E492E37}"/>
              </a:ext>
            </a:extLst>
          </p:cNvPr>
          <p:cNvSpPr txBox="1"/>
          <p:nvPr/>
        </p:nvSpPr>
        <p:spPr>
          <a:xfrm>
            <a:off x="11570839" y="6248236"/>
            <a:ext cx="3109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000" b="1">
                <a:solidFill>
                  <a:schemeClr val="bg1"/>
                </a:solidFill>
              </a:rPr>
              <a:t>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666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9F7FA0-D0A7-BCCE-6189-92AFC7E52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F72448-0E5B-9AE7-C0D9-F5A91137D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330" y="1450365"/>
            <a:ext cx="9307879" cy="483650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F06DD2C-AC3A-F0BC-4E60-272F591F30EC}"/>
              </a:ext>
            </a:extLst>
          </p:cNvPr>
          <p:cNvSpPr txBox="1">
            <a:spLocks/>
          </p:cNvSpPr>
          <p:nvPr/>
        </p:nvSpPr>
        <p:spPr>
          <a:xfrm>
            <a:off x="1190628" y="634999"/>
            <a:ext cx="7263375" cy="8097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7400" b="1" kern="1200" spc="20" baseline="0">
                <a:solidFill>
                  <a:schemeClr val="accent4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4400">
                <a:ea typeface="+mj-lt"/>
                <a:cs typeface="+mj-lt"/>
              </a:rPr>
              <a:t>Multidimensional ER Model</a:t>
            </a:r>
            <a:endParaRPr lang="en-US" sz="4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C5A518-2D3E-C0DA-3A76-EE280BD99392}"/>
              </a:ext>
            </a:extLst>
          </p:cNvPr>
          <p:cNvSpPr txBox="1"/>
          <p:nvPr/>
        </p:nvSpPr>
        <p:spPr>
          <a:xfrm>
            <a:off x="11570839" y="6248236"/>
            <a:ext cx="3109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000" b="1">
                <a:solidFill>
                  <a:schemeClr val="bg1"/>
                </a:solidFill>
              </a:rPr>
              <a:t>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11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995102-3B92-CFB7-E09D-B808CEA2A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26A46C6-83C1-1CCD-ECE9-C9E8AB35D345}"/>
              </a:ext>
            </a:extLst>
          </p:cNvPr>
          <p:cNvSpPr txBox="1">
            <a:spLocks/>
          </p:cNvSpPr>
          <p:nvPr/>
        </p:nvSpPr>
        <p:spPr>
          <a:xfrm>
            <a:off x="1190628" y="634999"/>
            <a:ext cx="7263375" cy="8097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7400" b="1" kern="1200" spc="20" baseline="0">
                <a:solidFill>
                  <a:schemeClr val="accent4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4400">
                <a:ea typeface="+mj-lt"/>
                <a:cs typeface="+mj-lt"/>
              </a:rPr>
              <a:t>Logical Star Schema</a:t>
            </a:r>
            <a:endParaRPr lang="en-US"/>
          </a:p>
        </p:txBody>
      </p:sp>
      <p:pic>
        <p:nvPicPr>
          <p:cNvPr id="4" name="Picture 3" descr="A diagram of a customer&#10;&#10;AI-generated content may be incorrect.">
            <a:extLst>
              <a:ext uri="{FF2B5EF4-FFF2-40B4-BE49-F238E27FC236}">
                <a16:creationId xmlns:a16="http://schemas.microsoft.com/office/drawing/2014/main" id="{7A1AAC0F-41AD-6C01-CD65-B4FB5EDEA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626" y="1331302"/>
            <a:ext cx="5907210" cy="5289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4525AF-EECD-5D3C-6033-A288C28F808B}"/>
              </a:ext>
            </a:extLst>
          </p:cNvPr>
          <p:cNvSpPr txBox="1"/>
          <p:nvPr/>
        </p:nvSpPr>
        <p:spPr>
          <a:xfrm>
            <a:off x="11570839" y="6248236"/>
            <a:ext cx="3109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000" b="1">
                <a:solidFill>
                  <a:schemeClr val="bg1"/>
                </a:solidFill>
              </a:rPr>
              <a:t>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48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471269-291E-A0EE-211A-02253DDDE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6C8AC22-8A87-BE71-6EF8-9625D884F90D}"/>
              </a:ext>
            </a:extLst>
          </p:cNvPr>
          <p:cNvSpPr txBox="1">
            <a:spLocks/>
          </p:cNvSpPr>
          <p:nvPr/>
        </p:nvSpPr>
        <p:spPr>
          <a:xfrm>
            <a:off x="1190628" y="634999"/>
            <a:ext cx="9217220" cy="8097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7400" b="1" kern="1200" spc="20" baseline="0">
                <a:solidFill>
                  <a:schemeClr val="accent4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4400">
                <a:ea typeface="+mj-lt"/>
                <a:cs typeface="+mj-lt"/>
              </a:rPr>
              <a:t>Slowly Changing Dimensions (SCD)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0351DE-36DC-BDC7-06B9-5F62AC024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055" y="1448899"/>
            <a:ext cx="5604120" cy="5171587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4B9ADBA-1B36-24B3-6CE9-70C09064CEC3}"/>
              </a:ext>
            </a:extLst>
          </p:cNvPr>
          <p:cNvSpPr txBox="1">
            <a:spLocks/>
          </p:cNvSpPr>
          <p:nvPr/>
        </p:nvSpPr>
        <p:spPr>
          <a:xfrm>
            <a:off x="1264142" y="2052113"/>
            <a:ext cx="3996593" cy="2749095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4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spc="20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4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spc="20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4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 spc="20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Time &amp; Card: SCD Type 0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Customer &amp; Merchant: combination of SCD 0 / 1 / 2 </a:t>
            </a:r>
            <a:endParaRPr lang="en-US" err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Type 2 history: </a:t>
            </a:r>
            <a:r>
              <a:rPr lang="en-US" err="1">
                <a:ea typeface="+mn-lt"/>
                <a:cs typeface="+mn-lt"/>
              </a:rPr>
              <a:t>ValidFrom</a:t>
            </a:r>
            <a:r>
              <a:rPr lang="en-US">
                <a:ea typeface="+mn-lt"/>
                <a:cs typeface="+mn-lt"/>
              </a:rPr>
              <a:t> / ValidTo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E02532-DA24-7854-4988-79D82272F450}"/>
              </a:ext>
            </a:extLst>
          </p:cNvPr>
          <p:cNvSpPr txBox="1"/>
          <p:nvPr/>
        </p:nvSpPr>
        <p:spPr>
          <a:xfrm>
            <a:off x="11570839" y="6248236"/>
            <a:ext cx="3109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000" b="1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39676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5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4B6962-0F96-AA5B-AED4-205EE9B3F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C831FF7-7A2A-56B1-3604-10E3A759265A}"/>
              </a:ext>
            </a:extLst>
          </p:cNvPr>
          <p:cNvSpPr txBox="1">
            <a:spLocks/>
          </p:cNvSpPr>
          <p:nvPr/>
        </p:nvSpPr>
        <p:spPr>
          <a:xfrm>
            <a:off x="1190628" y="634999"/>
            <a:ext cx="6677221" cy="8097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7400" b="1" kern="1200" spc="20" baseline="0">
                <a:solidFill>
                  <a:schemeClr val="accent4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4400">
                <a:ea typeface="+mj-lt"/>
                <a:cs typeface="+mj-lt"/>
              </a:rPr>
              <a:t>Top merchant category per region in 2026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F611F3-CCD7-3F7E-9338-ECF908907997}"/>
              </a:ext>
            </a:extLst>
          </p:cNvPr>
          <p:cNvSpPr txBox="1"/>
          <p:nvPr/>
        </p:nvSpPr>
        <p:spPr>
          <a:xfrm>
            <a:off x="11570839" y="6248236"/>
            <a:ext cx="3109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000" b="1">
                <a:solidFill>
                  <a:schemeClr val="bg1"/>
                </a:solidFill>
              </a:rPr>
              <a:t>9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138664-2B15-8B6B-23CD-1D9E71A02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817" y="2505075"/>
            <a:ext cx="8667750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05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B16D-2F4A-F938-64C3-F8B6808F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8" y="634998"/>
            <a:ext cx="7538418" cy="1494477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ETL Process &amp; Scheduling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CE1C32-E3BE-E820-0C0D-D82105EBFB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0627" y="1883780"/>
            <a:ext cx="9140571" cy="3528373"/>
          </a:xfrm>
        </p:spPr>
        <p:txBody>
          <a:bodyPr vert="horz" lIns="0" tIns="0" rIns="0" bIns="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ETL implemented with Stored Procedures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Incremental Fact Load using control table / </a:t>
            </a:r>
            <a:r>
              <a:rPr lang="en-US" sz="2000" dirty="0" err="1">
                <a:ea typeface="+mn-lt"/>
                <a:cs typeface="+mn-lt"/>
              </a:rPr>
              <a:t>Last_loading_Date</a:t>
            </a:r>
            <a:endParaRPr lang="en-US" dirty="0" err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Currency conversion to EUR during transformation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ETL validation: row counts, duplicates, foreign keys, future dates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Planned schedule: daily batch; manual execution in project</a:t>
            </a:r>
            <a:endParaRPr lang="en-US">
              <a:ea typeface="+mn-lt"/>
              <a:cs typeface="+mn-lt"/>
            </a:endParaRPr>
          </a:p>
          <a:p>
            <a:endParaRPr lang="en-US" b="1">
              <a:latin typeface="Avenir Next LT Pro Dem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4D3DD-E5AF-4B2C-9E73-D682C96AF686}"/>
              </a:ext>
            </a:extLst>
          </p:cNvPr>
          <p:cNvSpPr txBox="1"/>
          <p:nvPr/>
        </p:nvSpPr>
        <p:spPr>
          <a:xfrm>
            <a:off x="11570839" y="6248236"/>
            <a:ext cx="5454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000" b="1"/>
              <a:t>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936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3611E-B81F-454D-C639-A6255FC6A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B4201F5-756C-85B9-2548-33B6C85D36F9}"/>
              </a:ext>
            </a:extLst>
          </p:cNvPr>
          <p:cNvSpPr txBox="1">
            <a:spLocks/>
          </p:cNvSpPr>
          <p:nvPr/>
        </p:nvSpPr>
        <p:spPr>
          <a:xfrm>
            <a:off x="1083902" y="683844"/>
            <a:ext cx="8481399" cy="149447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800" b="1" kern="1200" spc="20" baseline="0">
                <a:solidFill>
                  <a:schemeClr val="accent4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>
                <a:ea typeface="+mj-lt"/>
                <a:cs typeface="+mj-lt"/>
              </a:rPr>
              <a:t>Takeaways &amp; Lessons Learned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B8D59CE-E3EA-1787-C481-CC7AE38D7B4C}"/>
              </a:ext>
            </a:extLst>
          </p:cNvPr>
          <p:cNvSpPr txBox="1">
            <a:spLocks/>
          </p:cNvSpPr>
          <p:nvPr/>
        </p:nvSpPr>
        <p:spPr>
          <a:xfrm>
            <a:off x="1225066" y="1426882"/>
            <a:ext cx="10229361" cy="1879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b="0" i="0" kern="1200" spc="20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4400" b="1" i="0" kern="1200" spc="20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4000" b="1" i="0" kern="1200" spc="20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0" kern="1200">
                <a:solidFill>
                  <a:schemeClr val="tx1"/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i="0" kern="1200">
                <a:solidFill>
                  <a:schemeClr val="tx1"/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4000"/>
              </a:lnSpc>
            </a:pPr>
            <a:r>
              <a:rPr lang="en-US" sz="2000" b="1">
                <a:ea typeface="+mn-lt"/>
                <a:cs typeface="+mn-lt"/>
              </a:rPr>
              <a:t>Highlights</a:t>
            </a: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 Complete pipeline from relational Business DB to analytical Star Schema 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 ETL with Stored Procedures, mapping and validation successfully implemented</a:t>
            </a:r>
            <a:endParaRPr lang="en-US"/>
          </a:p>
          <a:p>
            <a:pPr marL="285750" indent="-285750">
              <a:lnSpc>
                <a:spcPct val="124000"/>
              </a:lnSpc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>
              <a:lnSpc>
                <a:spcPct val="124000"/>
              </a:lnSpc>
            </a:pPr>
            <a:endParaRPr lang="en-US" sz="1800">
              <a:ea typeface="+mn-lt"/>
              <a:cs typeface="+mn-lt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5734E5C-111E-E412-C439-69443A14137B}"/>
              </a:ext>
            </a:extLst>
          </p:cNvPr>
          <p:cNvSpPr txBox="1">
            <a:spLocks/>
          </p:cNvSpPr>
          <p:nvPr/>
        </p:nvSpPr>
        <p:spPr>
          <a:xfrm>
            <a:off x="1225066" y="2892266"/>
            <a:ext cx="7484208" cy="1879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b="0" i="0" kern="1200" spc="20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4400" b="1" i="0" kern="1200" spc="20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4000" b="1" i="0" kern="1200" spc="20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0" kern="1200">
                <a:solidFill>
                  <a:schemeClr val="tx1"/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i="0" kern="1200">
                <a:solidFill>
                  <a:schemeClr val="tx1"/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4000"/>
              </a:lnSpc>
            </a:pPr>
            <a:r>
              <a:rPr lang="en-US" sz="2000" b="1">
                <a:ea typeface="+mn-lt"/>
                <a:cs typeface="+mn-lt"/>
              </a:rPr>
              <a:t>Problems &amp; Solutions</a:t>
            </a:r>
            <a:endParaRPr lang="en-US" b="1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 Multi-currency transactions → converted to EUR during ETL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 No source change timestamps → initial SCD records use </a:t>
            </a:r>
            <a:r>
              <a:rPr lang="en-US" sz="2000" dirty="0" err="1">
                <a:ea typeface="+mn-lt"/>
                <a:cs typeface="+mn-lt"/>
              </a:rPr>
              <a:t>ValidFrom</a:t>
            </a:r>
            <a:r>
              <a:rPr lang="en-US" sz="2000" dirty="0">
                <a:ea typeface="+mn-lt"/>
                <a:cs typeface="+mn-lt"/>
              </a:rPr>
              <a:t> = 1900-01-01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lnSpc>
                <a:spcPct val="124000"/>
              </a:lnSpc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24000"/>
              </a:lnSpc>
            </a:pPr>
            <a:endParaRPr lang="en-US" sz="1800">
              <a:ea typeface="+mn-lt"/>
              <a:cs typeface="+mn-lt"/>
            </a:endParaRP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A9915BF-D5AC-7489-EF12-1CDC2880E131}"/>
              </a:ext>
            </a:extLst>
          </p:cNvPr>
          <p:cNvSpPr txBox="1">
            <a:spLocks/>
          </p:cNvSpPr>
          <p:nvPr/>
        </p:nvSpPr>
        <p:spPr>
          <a:xfrm>
            <a:off x="1225066" y="4728882"/>
            <a:ext cx="9281745" cy="19284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b="0" i="0" kern="1200" spc="20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4400" b="1" i="0" kern="1200" spc="20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4000" b="1" i="0" kern="1200" spc="20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0" kern="1200">
                <a:solidFill>
                  <a:schemeClr val="tx1"/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i="0" kern="1200">
                <a:solidFill>
                  <a:schemeClr val="tx1"/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4000"/>
              </a:lnSpc>
            </a:pPr>
            <a:r>
              <a:rPr lang="en-US" sz="2000" b="1">
                <a:ea typeface="+mn-lt"/>
                <a:cs typeface="+mn-lt"/>
              </a:rPr>
              <a:t>Key Takeaway</a:t>
            </a:r>
            <a:endParaRPr lang="en-US" b="1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 Source data completeness determines what can be reliably analyzed and modeled in the DWH</a:t>
            </a: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 Business rules and analytical requirements should be clear before modelling</a:t>
            </a:r>
            <a:endParaRPr lang="en-US">
              <a:ea typeface="+mn-lt"/>
              <a:cs typeface="+mn-lt"/>
            </a:endParaRPr>
          </a:p>
          <a:p>
            <a:pPr marL="285750" indent="-285750">
              <a:lnSpc>
                <a:spcPct val="124000"/>
              </a:lnSpc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>
              <a:lnSpc>
                <a:spcPct val="124000"/>
              </a:lnSpc>
            </a:pPr>
            <a:endParaRPr lang="en-US" sz="1800"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8366EB-588F-BB3A-6198-BE73938B6AA5}"/>
              </a:ext>
            </a:extLst>
          </p:cNvPr>
          <p:cNvSpPr txBox="1"/>
          <p:nvPr/>
        </p:nvSpPr>
        <p:spPr>
          <a:xfrm>
            <a:off x="11570839" y="6248236"/>
            <a:ext cx="47706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000" b="1"/>
              <a:t>11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29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 descr="A group of people walking in a subway">
            <a:extLst>
              <a:ext uri="{FF2B5EF4-FFF2-40B4-BE49-F238E27FC236}">
                <a16:creationId xmlns:a16="http://schemas.microsoft.com/office/drawing/2014/main" id="{AC034648-54BF-9F83-4240-FAD885A284F0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" r="58"/>
          <a:stretch/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BA87EA-8BB3-79C6-656A-1A8ABD658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6" y="3242949"/>
            <a:ext cx="6981822" cy="1866575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DF94A-DA27-1E29-408E-F5360E814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5429" y="3242949"/>
            <a:ext cx="2442535" cy="1866575"/>
          </a:xfrm>
        </p:spPr>
        <p:txBody>
          <a:bodyPr/>
          <a:lstStyle/>
          <a:p>
            <a:r>
              <a:rPr lang="en-US"/>
              <a:t>Presented by </a:t>
            </a:r>
            <a:br>
              <a:rPr lang="en-US"/>
            </a:br>
            <a:r>
              <a:rPr lang="en-US"/>
              <a:t>Mohammad Zahra</a:t>
            </a:r>
            <a:endParaRPr lang="en-US">
              <a:solidFill>
                <a:srgbClr val="000000"/>
              </a:solidFill>
            </a:endParaRPr>
          </a:p>
          <a:p>
            <a:r>
              <a:rPr lang="en-US"/>
              <a:t>28.08.2026</a:t>
            </a: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theme/theme1.xml><?xml version="1.0" encoding="utf-8"?>
<a:theme xmlns:a="http://schemas.openxmlformats.org/drawingml/2006/main" name="UrbanBlock_Finance">
  <a:themeElements>
    <a:clrScheme name="UrbanBlock_Finance 5">
      <a:dk1>
        <a:srgbClr val="000000"/>
      </a:dk1>
      <a:lt1>
        <a:srgbClr val="FFFFFF"/>
      </a:lt1>
      <a:dk2>
        <a:srgbClr val="FD5336"/>
      </a:dk2>
      <a:lt2>
        <a:srgbClr val="EDEBE6"/>
      </a:lt2>
      <a:accent1>
        <a:srgbClr val="FFD765"/>
      </a:accent1>
      <a:accent2>
        <a:srgbClr val="E9E5DB"/>
      </a:accent2>
      <a:accent3>
        <a:srgbClr val="B1933C"/>
      </a:accent3>
      <a:accent4>
        <a:srgbClr val="202020"/>
      </a:accent4>
      <a:accent5>
        <a:srgbClr val="1D567E"/>
      </a:accent5>
      <a:accent6>
        <a:srgbClr val="DBD7CE"/>
      </a:accent6>
      <a:hlink>
        <a:srgbClr val="45413A"/>
      </a:hlink>
      <a:folHlink>
        <a:srgbClr val="CD432B"/>
      </a:folHlink>
    </a:clrScheme>
    <a:fontScheme name="Custom 46">
      <a:majorFont>
        <a:latin typeface="Times New Roman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rban_Block_Finance_win32_KO_V8" id="{BEA0E2C9-6901-4166-9F82-F7DC2713C4F5}" vid="{8BD71FBC-4903-404D-8C28-795D8F512D7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4B9AF2-5B11-48FF-A8A8-964B2D972562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05F0793-C6FF-4F7B-89E4-1C07E669E59A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UrbanBlock_Finance</vt:lpstr>
      <vt:lpstr>Bank Card Transaction Analysis</vt:lpstr>
      <vt:lpstr>Project Scope &amp; Constraints</vt:lpstr>
      <vt:lpstr>Key Business Rules </vt:lpstr>
      <vt:lpstr>Business Database  &amp; Source Data</vt:lpstr>
      <vt:lpstr>PowerPoint Presentation</vt:lpstr>
      <vt:lpstr>Quote</vt:lpstr>
      <vt:lpstr>PowerPoint Presentation</vt:lpstr>
      <vt:lpstr>PowerPoint Presentation</vt:lpstr>
      <vt:lpstr>PowerPoint Presentation</vt:lpstr>
      <vt:lpstr>PowerPoint Presentation</vt:lpstr>
      <vt:lpstr>ETL Process &amp; Scheduling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94</cp:revision>
  <dcterms:created xsi:type="dcterms:W3CDTF">2026-08-27T15:06:49Z</dcterms:created>
  <dcterms:modified xsi:type="dcterms:W3CDTF">2026-08-28T08:47:02Z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